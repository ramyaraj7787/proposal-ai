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2B3919-1B8C-48ED-AF10-1FACEE932E75}" v="35" dt="2026-01-17T21:17:11.4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ya Rajasekharan" userId="9bc6f64ddf44a94a" providerId="LiveId" clId="{7C2B3919-1B8C-48ED-AF10-1FACEE932E75}"/>
    <pc:docChg chg="undo custSel addSld delSld modSld sldOrd">
      <pc:chgData name="Ramya Rajasekharan" userId="9bc6f64ddf44a94a" providerId="LiveId" clId="{7C2B3919-1B8C-48ED-AF10-1FACEE932E75}" dt="2026-01-17T21:17:20.268" v="922" actId="20577"/>
      <pc:docMkLst>
        <pc:docMk/>
      </pc:docMkLst>
      <pc:sldChg chg="modSp mod">
        <pc:chgData name="Ramya Rajasekharan" userId="9bc6f64ddf44a94a" providerId="LiveId" clId="{7C2B3919-1B8C-48ED-AF10-1FACEE932E75}" dt="2026-01-17T21:15:05.909" v="770" actId="20577"/>
        <pc:sldMkLst>
          <pc:docMk/>
          <pc:sldMk cId="4293480440" sldId="256"/>
        </pc:sldMkLst>
        <pc:spChg chg="mod">
          <ac:chgData name="Ramya Rajasekharan" userId="9bc6f64ddf44a94a" providerId="LiveId" clId="{7C2B3919-1B8C-48ED-AF10-1FACEE932E75}" dt="2026-01-17T21:14:45.130" v="720"/>
          <ac:spMkLst>
            <pc:docMk/>
            <pc:sldMk cId="4293480440" sldId="256"/>
            <ac:spMk id="2" creationId="{D6538A92-4A2C-1B4D-1EE4-6AFCED0FF2A9}"/>
          </ac:spMkLst>
        </pc:spChg>
        <pc:spChg chg="mod">
          <ac:chgData name="Ramya Rajasekharan" userId="9bc6f64ddf44a94a" providerId="LiveId" clId="{7C2B3919-1B8C-48ED-AF10-1FACEE932E75}" dt="2026-01-17T21:15:05.909" v="770" actId="20577"/>
          <ac:spMkLst>
            <pc:docMk/>
            <pc:sldMk cId="4293480440" sldId="256"/>
            <ac:spMk id="3" creationId="{02C8FB7F-6C27-6DB0-96B8-797BD11054A7}"/>
          </ac:spMkLst>
        </pc:spChg>
      </pc:sldChg>
      <pc:sldChg chg="modSp mod">
        <pc:chgData name="Ramya Rajasekharan" userId="9bc6f64ddf44a94a" providerId="LiveId" clId="{7C2B3919-1B8C-48ED-AF10-1FACEE932E75}" dt="2026-01-17T21:14:45.223" v="721" actId="27636"/>
        <pc:sldMkLst>
          <pc:docMk/>
          <pc:sldMk cId="66710422" sldId="257"/>
        </pc:sldMkLst>
        <pc:spChg chg="mod">
          <ac:chgData name="Ramya Rajasekharan" userId="9bc6f64ddf44a94a" providerId="LiveId" clId="{7C2B3919-1B8C-48ED-AF10-1FACEE932E75}" dt="2026-01-17T21:14:45.223" v="721" actId="27636"/>
          <ac:spMkLst>
            <pc:docMk/>
            <pc:sldMk cId="66710422" sldId="257"/>
            <ac:spMk id="3" creationId="{A7A9E870-4844-0181-C008-C53FC2308810}"/>
          </ac:spMkLst>
        </pc:spChg>
      </pc:sldChg>
      <pc:sldChg chg="modSp mod">
        <pc:chgData name="Ramya Rajasekharan" userId="9bc6f64ddf44a94a" providerId="LiveId" clId="{7C2B3919-1B8C-48ED-AF10-1FACEE932E75}" dt="2026-01-17T21:14:45.239" v="722" actId="27636"/>
        <pc:sldMkLst>
          <pc:docMk/>
          <pc:sldMk cId="3993468134" sldId="258"/>
        </pc:sldMkLst>
        <pc:spChg chg="mod">
          <ac:chgData name="Ramya Rajasekharan" userId="9bc6f64ddf44a94a" providerId="LiveId" clId="{7C2B3919-1B8C-48ED-AF10-1FACEE932E75}" dt="2026-01-17T21:14:45.239" v="722" actId="27636"/>
          <ac:spMkLst>
            <pc:docMk/>
            <pc:sldMk cId="3993468134" sldId="258"/>
            <ac:spMk id="3" creationId="{3025C0AC-DD4E-D273-AEE7-A0150176E883}"/>
          </ac:spMkLst>
        </pc:spChg>
      </pc:sldChg>
      <pc:sldChg chg="new del">
        <pc:chgData name="Ramya Rajasekharan" userId="9bc6f64ddf44a94a" providerId="LiveId" clId="{7C2B3919-1B8C-48ED-AF10-1FACEE932E75}" dt="2026-01-17T20:44:01.290" v="1" actId="680"/>
        <pc:sldMkLst>
          <pc:docMk/>
          <pc:sldMk cId="153317542" sldId="259"/>
        </pc:sldMkLst>
      </pc:sldChg>
      <pc:sldChg chg="modSp add mod">
        <pc:chgData name="Ramya Rajasekharan" userId="9bc6f64ddf44a94a" providerId="LiveId" clId="{7C2B3919-1B8C-48ED-AF10-1FACEE932E75}" dt="2026-01-17T21:14:45.259" v="723" actId="27636"/>
        <pc:sldMkLst>
          <pc:docMk/>
          <pc:sldMk cId="4242521182" sldId="259"/>
        </pc:sldMkLst>
        <pc:spChg chg="mod">
          <ac:chgData name="Ramya Rajasekharan" userId="9bc6f64ddf44a94a" providerId="LiveId" clId="{7C2B3919-1B8C-48ED-AF10-1FACEE932E75}" dt="2026-01-17T20:44:16.864" v="15" actId="20577"/>
          <ac:spMkLst>
            <pc:docMk/>
            <pc:sldMk cId="4242521182" sldId="259"/>
            <ac:spMk id="2" creationId="{2CB47632-CF81-0270-09BB-FB12AC7E74A6}"/>
          </ac:spMkLst>
        </pc:spChg>
        <pc:spChg chg="mod">
          <ac:chgData name="Ramya Rajasekharan" userId="9bc6f64ddf44a94a" providerId="LiveId" clId="{7C2B3919-1B8C-48ED-AF10-1FACEE932E75}" dt="2026-01-17T21:14:45.259" v="723" actId="27636"/>
          <ac:spMkLst>
            <pc:docMk/>
            <pc:sldMk cId="4242521182" sldId="259"/>
            <ac:spMk id="3" creationId="{207CCE9B-4E7A-F1AF-0D41-EE852C02A43C}"/>
          </ac:spMkLst>
        </pc:spChg>
      </pc:sldChg>
      <pc:sldChg chg="addSp delSp modSp add mod">
        <pc:chgData name="Ramya Rajasekharan" userId="9bc6f64ddf44a94a" providerId="LiveId" clId="{7C2B3919-1B8C-48ED-AF10-1FACEE932E75}" dt="2026-01-17T20:55:31.822" v="409" actId="21"/>
        <pc:sldMkLst>
          <pc:docMk/>
          <pc:sldMk cId="725812586" sldId="260"/>
        </pc:sldMkLst>
        <pc:spChg chg="mod">
          <ac:chgData name="Ramya Rajasekharan" userId="9bc6f64ddf44a94a" providerId="LiveId" clId="{7C2B3919-1B8C-48ED-AF10-1FACEE932E75}" dt="2026-01-17T20:48:18.178" v="263" actId="1076"/>
          <ac:spMkLst>
            <pc:docMk/>
            <pc:sldMk cId="725812586" sldId="260"/>
            <ac:spMk id="3" creationId="{E1D1CF41-4FBD-06B7-CC4E-86E61FF4A5C6}"/>
          </ac:spMkLst>
        </pc:spChg>
        <pc:spChg chg="add">
          <ac:chgData name="Ramya Rajasekharan" userId="9bc6f64ddf44a94a" providerId="LiveId" clId="{7C2B3919-1B8C-48ED-AF10-1FACEE932E75}" dt="2026-01-17T20:46:38.768" v="164"/>
          <ac:spMkLst>
            <pc:docMk/>
            <pc:sldMk cId="725812586" sldId="260"/>
            <ac:spMk id="4" creationId="{4D71572B-68D0-0C78-DBCE-813114BAEF8E}"/>
          </ac:spMkLst>
        </pc:spChg>
        <pc:spChg chg="add">
          <ac:chgData name="Ramya Rajasekharan" userId="9bc6f64ddf44a94a" providerId="LiveId" clId="{7C2B3919-1B8C-48ED-AF10-1FACEE932E75}" dt="2026-01-17T20:46:43.467" v="168"/>
          <ac:spMkLst>
            <pc:docMk/>
            <pc:sldMk cId="725812586" sldId="260"/>
            <ac:spMk id="5" creationId="{37C81D64-0325-9F88-D7C1-5D5AAC0785D4}"/>
          </ac:spMkLst>
        </pc:spChg>
        <pc:spChg chg="add del mod">
          <ac:chgData name="Ramya Rajasekharan" userId="9bc6f64ddf44a94a" providerId="LiveId" clId="{7C2B3919-1B8C-48ED-AF10-1FACEE932E75}" dt="2026-01-17T20:55:31.822" v="409" actId="21"/>
          <ac:spMkLst>
            <pc:docMk/>
            <pc:sldMk cId="725812586" sldId="260"/>
            <ac:spMk id="6" creationId="{1CC99115-0F89-2827-ED8C-0987F585381C}"/>
          </ac:spMkLst>
        </pc:spChg>
      </pc:sldChg>
      <pc:sldChg chg="addSp delSp modSp add mod">
        <pc:chgData name="Ramya Rajasekharan" userId="9bc6f64ddf44a94a" providerId="LiveId" clId="{7C2B3919-1B8C-48ED-AF10-1FACEE932E75}" dt="2026-01-17T21:09:23.290" v="707" actId="164"/>
        <pc:sldMkLst>
          <pc:docMk/>
          <pc:sldMk cId="3602897521" sldId="261"/>
        </pc:sldMkLst>
        <pc:spChg chg="del mod">
          <ac:chgData name="Ramya Rajasekharan" userId="9bc6f64ddf44a94a" providerId="LiveId" clId="{7C2B3919-1B8C-48ED-AF10-1FACEE932E75}" dt="2026-01-17T20:55:10.376" v="403" actId="21"/>
          <ac:spMkLst>
            <pc:docMk/>
            <pc:sldMk cId="3602897521" sldId="261"/>
            <ac:spMk id="2" creationId="{1CC99115-0F89-2827-ED8C-0987F585381C}"/>
          </ac:spMkLst>
        </pc:spChg>
        <pc:spChg chg="del">
          <ac:chgData name="Ramya Rajasekharan" userId="9bc6f64ddf44a94a" providerId="LiveId" clId="{7C2B3919-1B8C-48ED-AF10-1FACEE932E75}" dt="2026-01-17T20:48:57.191" v="283" actId="478"/>
          <ac:spMkLst>
            <pc:docMk/>
            <pc:sldMk cId="3602897521" sldId="261"/>
            <ac:spMk id="3" creationId="{D851BE62-46DA-4339-A1A2-35F64D824020}"/>
          </ac:spMkLst>
        </pc:spChg>
        <pc:spChg chg="add del mod">
          <ac:chgData name="Ramya Rajasekharan" userId="9bc6f64ddf44a94a" providerId="LiveId" clId="{7C2B3919-1B8C-48ED-AF10-1FACEE932E75}" dt="2026-01-17T20:49:08.180" v="284" actId="22"/>
          <ac:spMkLst>
            <pc:docMk/>
            <pc:sldMk cId="3602897521" sldId="261"/>
            <ac:spMk id="5" creationId="{0D6D9D98-B78F-2CA4-CD49-2E2CB7C03FB8}"/>
          </ac:spMkLst>
        </pc:spChg>
        <pc:spChg chg="add del mod">
          <ac:chgData name="Ramya Rajasekharan" userId="9bc6f64ddf44a94a" providerId="LiveId" clId="{7C2B3919-1B8C-48ED-AF10-1FACEE932E75}" dt="2026-01-17T20:53:29.191" v="380" actId="478"/>
          <ac:spMkLst>
            <pc:docMk/>
            <pc:sldMk cId="3602897521" sldId="261"/>
            <ac:spMk id="9" creationId="{27D30BB3-E7EA-9A4A-08A4-4A61C7809EDD}"/>
          </ac:spMkLst>
        </pc:spChg>
        <pc:spChg chg="mod">
          <ac:chgData name="Ramya Rajasekharan" userId="9bc6f64ddf44a94a" providerId="LiveId" clId="{7C2B3919-1B8C-48ED-AF10-1FACEE932E75}" dt="2026-01-17T20:55:25.948" v="407" actId="164"/>
          <ac:spMkLst>
            <pc:docMk/>
            <pc:sldMk cId="3602897521" sldId="261"/>
            <ac:spMk id="13" creationId="{1A4A83C9-0A1D-E742-59C5-28E2D9D3A16C}"/>
          </ac:spMkLst>
        </pc:spChg>
        <pc:spChg chg="add mod">
          <ac:chgData name="Ramya Rajasekharan" userId="9bc6f64ddf44a94a" providerId="LiveId" clId="{7C2B3919-1B8C-48ED-AF10-1FACEE932E75}" dt="2026-01-17T20:55:25.948" v="407" actId="164"/>
          <ac:spMkLst>
            <pc:docMk/>
            <pc:sldMk cId="3602897521" sldId="261"/>
            <ac:spMk id="14" creationId="{02B1F688-7FD4-8436-4AE5-B079DB5375B3}"/>
          </ac:spMkLst>
        </pc:spChg>
        <pc:spChg chg="add mod">
          <ac:chgData name="Ramya Rajasekharan" userId="9bc6f64ddf44a94a" providerId="LiveId" clId="{7C2B3919-1B8C-48ED-AF10-1FACEE932E75}" dt="2026-01-17T20:55:25.948" v="407" actId="164"/>
          <ac:spMkLst>
            <pc:docMk/>
            <pc:sldMk cId="3602897521" sldId="261"/>
            <ac:spMk id="15" creationId="{DE24DCC1-BFFA-BFAE-DA1B-01975A531F41}"/>
          </ac:spMkLst>
        </pc:spChg>
        <pc:spChg chg="mod">
          <ac:chgData name="Ramya Rajasekharan" userId="9bc6f64ddf44a94a" providerId="LiveId" clId="{7C2B3919-1B8C-48ED-AF10-1FACEE932E75}" dt="2026-01-17T20:53:18.651" v="329"/>
          <ac:spMkLst>
            <pc:docMk/>
            <pc:sldMk cId="3602897521" sldId="261"/>
            <ac:spMk id="18" creationId="{A20315E5-49E3-E10C-D15B-A9ADB7A5660D}"/>
          </ac:spMkLst>
        </pc:spChg>
        <pc:spChg chg="mod">
          <ac:chgData name="Ramya Rajasekharan" userId="9bc6f64ddf44a94a" providerId="LiveId" clId="{7C2B3919-1B8C-48ED-AF10-1FACEE932E75}" dt="2026-01-17T20:53:18.651" v="329"/>
          <ac:spMkLst>
            <pc:docMk/>
            <pc:sldMk cId="3602897521" sldId="261"/>
            <ac:spMk id="19" creationId="{D127C1EC-DDBF-2D50-DAD5-5CA280E6FBA3}"/>
          </ac:spMkLst>
        </pc:spChg>
        <pc:spChg chg="mod">
          <ac:chgData name="Ramya Rajasekharan" userId="9bc6f64ddf44a94a" providerId="LiveId" clId="{7C2B3919-1B8C-48ED-AF10-1FACEE932E75}" dt="2026-01-17T20:53:18.651" v="329"/>
          <ac:spMkLst>
            <pc:docMk/>
            <pc:sldMk cId="3602897521" sldId="261"/>
            <ac:spMk id="26" creationId="{C6E10389-108A-007C-6CC2-8AC73CA5AE98}"/>
          </ac:spMkLst>
        </pc:spChg>
        <pc:spChg chg="add mod">
          <ac:chgData name="Ramya Rajasekharan" userId="9bc6f64ddf44a94a" providerId="LiveId" clId="{7C2B3919-1B8C-48ED-AF10-1FACEE932E75}" dt="2026-01-17T20:55:25.948" v="407" actId="164"/>
          <ac:spMkLst>
            <pc:docMk/>
            <pc:sldMk cId="3602897521" sldId="261"/>
            <ac:spMk id="27" creationId="{E55DB6E3-B841-B56B-74E7-7638FA43C24F}"/>
          </ac:spMkLst>
        </pc:spChg>
        <pc:spChg chg="add mod">
          <ac:chgData name="Ramya Rajasekharan" userId="9bc6f64ddf44a94a" providerId="LiveId" clId="{7C2B3919-1B8C-48ED-AF10-1FACEE932E75}" dt="2026-01-17T20:55:25.948" v="407" actId="164"/>
          <ac:spMkLst>
            <pc:docMk/>
            <pc:sldMk cId="3602897521" sldId="261"/>
            <ac:spMk id="28" creationId="{69D47F90-2562-E023-26B8-DD7969D654E4}"/>
          </ac:spMkLst>
        </pc:spChg>
        <pc:spChg chg="mod">
          <ac:chgData name="Ramya Rajasekharan" userId="9bc6f64ddf44a94a" providerId="LiveId" clId="{7C2B3919-1B8C-48ED-AF10-1FACEE932E75}" dt="2026-01-17T20:55:25.948" v="407" actId="164"/>
          <ac:spMkLst>
            <pc:docMk/>
            <pc:sldMk cId="3602897521" sldId="261"/>
            <ac:spMk id="29" creationId="{85C58AE5-6AFE-4A7F-D82F-E5C229BC6BC5}"/>
          </ac:spMkLst>
        </pc:spChg>
        <pc:spChg chg="add mod">
          <ac:chgData name="Ramya Rajasekharan" userId="9bc6f64ddf44a94a" providerId="LiveId" clId="{7C2B3919-1B8C-48ED-AF10-1FACEE932E75}" dt="2026-01-17T20:55:25.948" v="407" actId="164"/>
          <ac:spMkLst>
            <pc:docMk/>
            <pc:sldMk cId="3602897521" sldId="261"/>
            <ac:spMk id="31" creationId="{C195D6B8-C1C5-0692-D157-44679AD06A40}"/>
          </ac:spMkLst>
        </pc:spChg>
        <pc:spChg chg="mod">
          <ac:chgData name="Ramya Rajasekharan" userId="9bc6f64ddf44a94a" providerId="LiveId" clId="{7C2B3919-1B8C-48ED-AF10-1FACEE932E75}" dt="2026-01-17T20:54:48.846" v="401" actId="1037"/>
          <ac:spMkLst>
            <pc:docMk/>
            <pc:sldMk cId="3602897521" sldId="261"/>
            <ac:spMk id="35" creationId="{A18C7EC6-9C55-7C98-863C-EAB8B4085D5F}"/>
          </ac:spMkLst>
        </pc:spChg>
        <pc:spChg chg="mod">
          <ac:chgData name="Ramya Rajasekharan" userId="9bc6f64ddf44a94a" providerId="LiveId" clId="{7C2B3919-1B8C-48ED-AF10-1FACEE932E75}" dt="2026-01-17T20:55:25.948" v="407" actId="164"/>
          <ac:spMkLst>
            <pc:docMk/>
            <pc:sldMk cId="3602897521" sldId="261"/>
            <ac:spMk id="36" creationId="{3C512756-75D0-43B9-A767-F5251184C2AB}"/>
          </ac:spMkLst>
        </pc:spChg>
        <pc:spChg chg="add mod">
          <ac:chgData name="Ramya Rajasekharan" userId="9bc6f64ddf44a94a" providerId="LiveId" clId="{7C2B3919-1B8C-48ED-AF10-1FACEE932E75}" dt="2026-01-17T20:55:25.948" v="407" actId="164"/>
          <ac:spMkLst>
            <pc:docMk/>
            <pc:sldMk cId="3602897521" sldId="261"/>
            <ac:spMk id="40" creationId="{13527D2A-4522-EBFF-166B-0D60DF606DC3}"/>
          </ac:spMkLst>
        </pc:spChg>
        <pc:spChg chg="add mod">
          <ac:chgData name="Ramya Rajasekharan" userId="9bc6f64ddf44a94a" providerId="LiveId" clId="{7C2B3919-1B8C-48ED-AF10-1FACEE932E75}" dt="2026-01-17T20:55:25.948" v="407" actId="164"/>
          <ac:spMkLst>
            <pc:docMk/>
            <pc:sldMk cId="3602897521" sldId="261"/>
            <ac:spMk id="52" creationId="{F394EDBC-6A99-5126-B8A5-A449D450A402}"/>
          </ac:spMkLst>
        </pc:spChg>
        <pc:spChg chg="add del mod">
          <ac:chgData name="Ramya Rajasekharan" userId="9bc6f64ddf44a94a" providerId="LiveId" clId="{7C2B3919-1B8C-48ED-AF10-1FACEE932E75}" dt="2026-01-17T20:55:18.994" v="406" actId="478"/>
          <ac:spMkLst>
            <pc:docMk/>
            <pc:sldMk cId="3602897521" sldId="261"/>
            <ac:spMk id="59" creationId="{8658702E-A67B-8C0C-86CC-3BF82F1DD3B8}"/>
          </ac:spMkLst>
        </pc:spChg>
        <pc:spChg chg="add mod">
          <ac:chgData name="Ramya Rajasekharan" userId="9bc6f64ddf44a94a" providerId="LiveId" clId="{7C2B3919-1B8C-48ED-AF10-1FACEE932E75}" dt="2026-01-17T20:55:38.305" v="411" actId="1076"/>
          <ac:spMkLst>
            <pc:docMk/>
            <pc:sldMk cId="3602897521" sldId="261"/>
            <ac:spMk id="61" creationId="{1CC99115-0F89-2827-ED8C-0987F585381C}"/>
          </ac:spMkLst>
        </pc:spChg>
        <pc:spChg chg="add mod">
          <ac:chgData name="Ramya Rajasekharan" userId="9bc6f64ddf44a94a" providerId="LiveId" clId="{7C2B3919-1B8C-48ED-AF10-1FACEE932E75}" dt="2026-01-17T21:09:23.290" v="707" actId="164"/>
          <ac:spMkLst>
            <pc:docMk/>
            <pc:sldMk cId="3602897521" sldId="261"/>
            <ac:spMk id="62" creationId="{14B3AB8E-BA9C-0DAF-9903-962071670CEB}"/>
          </ac:spMkLst>
        </pc:spChg>
        <pc:grpChg chg="mod">
          <ac:chgData name="Ramya Rajasekharan" userId="9bc6f64ddf44a94a" providerId="LiveId" clId="{7C2B3919-1B8C-48ED-AF10-1FACEE932E75}" dt="2026-01-17T20:54:08.590" v="390" actId="1076"/>
          <ac:grpSpMkLst>
            <pc:docMk/>
            <pc:sldMk cId="3602897521" sldId="261"/>
            <ac:grpSpMk id="42" creationId="{4BF569CA-6197-90A4-AB47-C67B80414B76}"/>
          </ac:grpSpMkLst>
        </pc:grpChg>
        <pc:grpChg chg="mod">
          <ac:chgData name="Ramya Rajasekharan" userId="9bc6f64ddf44a94a" providerId="LiveId" clId="{7C2B3919-1B8C-48ED-AF10-1FACEE932E75}" dt="2026-01-17T20:54:06.461" v="389" actId="1076"/>
          <ac:grpSpMkLst>
            <pc:docMk/>
            <pc:sldMk cId="3602897521" sldId="261"/>
            <ac:grpSpMk id="45" creationId="{08893151-1BBA-1713-2204-CCD722A01025}"/>
          </ac:grpSpMkLst>
        </pc:grpChg>
        <pc:grpChg chg="mod">
          <ac:chgData name="Ramya Rajasekharan" userId="9bc6f64ddf44a94a" providerId="LiveId" clId="{7C2B3919-1B8C-48ED-AF10-1FACEE932E75}" dt="2026-01-17T20:54:04.139" v="388" actId="1076"/>
          <ac:grpSpMkLst>
            <pc:docMk/>
            <pc:sldMk cId="3602897521" sldId="261"/>
            <ac:grpSpMk id="48" creationId="{7A9032CE-E96D-E35F-FD31-35D5006260AA}"/>
          </ac:grpSpMkLst>
        </pc:grpChg>
        <pc:grpChg chg="mod">
          <ac:chgData name="Ramya Rajasekharan" userId="9bc6f64ddf44a94a" providerId="LiveId" clId="{7C2B3919-1B8C-48ED-AF10-1FACEE932E75}" dt="2026-01-17T21:09:23.290" v="707" actId="164"/>
          <ac:grpSpMkLst>
            <pc:docMk/>
            <pc:sldMk cId="3602897521" sldId="261"/>
            <ac:grpSpMk id="60" creationId="{AEB3B88B-57D9-6C08-0316-B5E10C5BFF0A}"/>
          </ac:grpSpMkLst>
        </pc:grpChg>
        <pc:grpChg chg="add mod">
          <ac:chgData name="Ramya Rajasekharan" userId="9bc6f64ddf44a94a" providerId="LiveId" clId="{7C2B3919-1B8C-48ED-AF10-1FACEE932E75}" dt="2026-01-17T21:09:23.290" v="707" actId="164"/>
          <ac:grpSpMkLst>
            <pc:docMk/>
            <pc:sldMk cId="3602897521" sldId="261"/>
            <ac:grpSpMk id="63" creationId="{28A1F866-3E78-F150-7449-68E12ABBA26E}"/>
          </ac:grpSpMkLst>
        </pc:grpChg>
        <pc:picChg chg="add del mod ord">
          <ac:chgData name="Ramya Rajasekharan" userId="9bc6f64ddf44a94a" providerId="LiveId" clId="{7C2B3919-1B8C-48ED-AF10-1FACEE932E75}" dt="2026-01-17T20:53:04.409" v="328" actId="478"/>
          <ac:picMkLst>
            <pc:docMk/>
            <pc:sldMk cId="3602897521" sldId="261"/>
            <ac:picMk id="7" creationId="{F6F656A5-0970-BCEC-0BF4-5BEEBA3F3D51}"/>
          </ac:picMkLst>
        </pc:picChg>
        <pc:cxnChg chg="del">
          <ac:chgData name="Ramya Rajasekharan" userId="9bc6f64ddf44a94a" providerId="LiveId" clId="{7C2B3919-1B8C-48ED-AF10-1FACEE932E75}" dt="2026-01-17T20:53:33.315" v="381" actId="478"/>
          <ac:cxnSpMkLst>
            <pc:docMk/>
            <pc:sldMk cId="3602897521" sldId="261"/>
            <ac:cxnSpMk id="37" creationId="{ED57A9BC-10BB-B2AD-ACA6-1524E7051DBF}"/>
          </ac:cxnSpMkLst>
        </pc:cxnChg>
        <pc:cxnChg chg="mod">
          <ac:chgData name="Ramya Rajasekharan" userId="9bc6f64ddf44a94a" providerId="LiveId" clId="{7C2B3919-1B8C-48ED-AF10-1FACEE932E75}" dt="2026-01-17T20:54:11.683" v="391" actId="14100"/>
          <ac:cxnSpMkLst>
            <pc:docMk/>
            <pc:sldMk cId="3602897521" sldId="261"/>
            <ac:cxnSpMk id="41" creationId="{04FCDEBA-F323-79FF-993A-C2085F59B171}"/>
          </ac:cxnSpMkLst>
        </pc:cxnChg>
        <pc:cxnChg chg="add mod">
          <ac:chgData name="Ramya Rajasekharan" userId="9bc6f64ddf44a94a" providerId="LiveId" clId="{7C2B3919-1B8C-48ED-AF10-1FACEE932E75}" dt="2026-01-17T20:53:53.955" v="386" actId="14100"/>
          <ac:cxnSpMkLst>
            <pc:docMk/>
            <pc:sldMk cId="3602897521" sldId="261"/>
            <ac:cxnSpMk id="53" creationId="{983C95AA-98E2-A903-025A-DDA172750403}"/>
          </ac:cxnSpMkLst>
        </pc:cxnChg>
      </pc:sldChg>
      <pc:sldChg chg="addSp delSp modSp add del mod">
        <pc:chgData name="Ramya Rajasekharan" userId="9bc6f64ddf44a94a" providerId="LiveId" clId="{7C2B3919-1B8C-48ED-AF10-1FACEE932E75}" dt="2026-01-17T21:08:34.663" v="704" actId="47"/>
        <pc:sldMkLst>
          <pc:docMk/>
          <pc:sldMk cId="905760806" sldId="262"/>
        </pc:sldMkLst>
        <pc:spChg chg="mod">
          <ac:chgData name="Ramya Rajasekharan" userId="9bc6f64ddf44a94a" providerId="LiveId" clId="{7C2B3919-1B8C-48ED-AF10-1FACEE932E75}" dt="2026-01-17T20:50:17.039" v="322" actId="20577"/>
          <ac:spMkLst>
            <pc:docMk/>
            <pc:sldMk cId="905760806" sldId="262"/>
            <ac:spMk id="2" creationId="{44C0CF1A-DC97-10CA-5199-4FE9E92E58EC}"/>
          </ac:spMkLst>
        </pc:spChg>
        <pc:spChg chg="add del mod">
          <ac:chgData name="Ramya Rajasekharan" userId="9bc6f64ddf44a94a" providerId="LiveId" clId="{7C2B3919-1B8C-48ED-AF10-1FACEE932E75}" dt="2026-01-17T20:50:45.219" v="324" actId="22"/>
          <ac:spMkLst>
            <pc:docMk/>
            <pc:sldMk cId="905760806" sldId="262"/>
            <ac:spMk id="4" creationId="{8D943502-DEF1-C270-73C1-11A0F1AA4B42}"/>
          </ac:spMkLst>
        </pc:spChg>
        <pc:picChg chg="add mod ord">
          <ac:chgData name="Ramya Rajasekharan" userId="9bc6f64ddf44a94a" providerId="LiveId" clId="{7C2B3919-1B8C-48ED-AF10-1FACEE932E75}" dt="2026-01-17T20:50:51.726" v="327" actId="1076"/>
          <ac:picMkLst>
            <pc:docMk/>
            <pc:sldMk cId="905760806" sldId="262"/>
            <ac:picMk id="6" creationId="{1762FB7F-2A99-2854-9D7F-2EBA041AACF9}"/>
          </ac:picMkLst>
        </pc:picChg>
        <pc:picChg chg="del">
          <ac:chgData name="Ramya Rajasekharan" userId="9bc6f64ddf44a94a" providerId="LiveId" clId="{7C2B3919-1B8C-48ED-AF10-1FACEE932E75}" dt="2026-01-17T20:50:22.514" v="323" actId="478"/>
          <ac:picMkLst>
            <pc:docMk/>
            <pc:sldMk cId="905760806" sldId="262"/>
            <ac:picMk id="7" creationId="{E3BBBA75-A7BE-0DE6-FFCA-5111698E223E}"/>
          </ac:picMkLst>
        </pc:picChg>
      </pc:sldChg>
      <pc:sldChg chg="addSp modSp add mod ord">
        <pc:chgData name="Ramya Rajasekharan" userId="9bc6f64ddf44a94a" providerId="LiveId" clId="{7C2B3919-1B8C-48ED-AF10-1FACEE932E75}" dt="2026-01-17T21:14:45.279" v="724" actId="27636"/>
        <pc:sldMkLst>
          <pc:docMk/>
          <pc:sldMk cId="4058061509" sldId="263"/>
        </pc:sldMkLst>
        <pc:spChg chg="mod">
          <ac:chgData name="Ramya Rajasekharan" userId="9bc6f64ddf44a94a" providerId="LiveId" clId="{7C2B3919-1B8C-48ED-AF10-1FACEE932E75}" dt="2026-01-17T20:56:18.802" v="424" actId="1076"/>
          <ac:spMkLst>
            <pc:docMk/>
            <pc:sldMk cId="4058061509" sldId="263"/>
            <ac:spMk id="2" creationId="{4DAFD6E8-C16A-6FA4-EC0B-B166878BAC9C}"/>
          </ac:spMkLst>
        </pc:spChg>
        <pc:spChg chg="mod">
          <ac:chgData name="Ramya Rajasekharan" userId="9bc6f64ddf44a94a" providerId="LiveId" clId="{7C2B3919-1B8C-48ED-AF10-1FACEE932E75}" dt="2026-01-17T21:14:45.279" v="724" actId="27636"/>
          <ac:spMkLst>
            <pc:docMk/>
            <pc:sldMk cId="4058061509" sldId="263"/>
            <ac:spMk id="3" creationId="{2D2471E5-117C-7284-DDE2-144D32168BDE}"/>
          </ac:spMkLst>
        </pc:spChg>
        <pc:spChg chg="add">
          <ac:chgData name="Ramya Rajasekharan" userId="9bc6f64ddf44a94a" providerId="LiveId" clId="{7C2B3919-1B8C-48ED-AF10-1FACEE932E75}" dt="2026-01-17T20:58:14.794" v="535"/>
          <ac:spMkLst>
            <pc:docMk/>
            <pc:sldMk cId="4058061509" sldId="263"/>
            <ac:spMk id="4" creationId="{C5BA1D9D-FE35-4BFA-7995-B425D3FF3953}"/>
          </ac:spMkLst>
        </pc:spChg>
        <pc:spChg chg="add">
          <ac:chgData name="Ramya Rajasekharan" userId="9bc6f64ddf44a94a" providerId="LiveId" clId="{7C2B3919-1B8C-48ED-AF10-1FACEE932E75}" dt="2026-01-17T21:00:53.051" v="624"/>
          <ac:spMkLst>
            <pc:docMk/>
            <pc:sldMk cId="4058061509" sldId="263"/>
            <ac:spMk id="5" creationId="{4F1AEB96-2524-F724-5D2A-F6D6575EE9B1}"/>
          </ac:spMkLst>
        </pc:spChg>
      </pc:sldChg>
      <pc:sldChg chg="modSp add mod">
        <pc:chgData name="Ramya Rajasekharan" userId="9bc6f64ddf44a94a" providerId="LiveId" clId="{7C2B3919-1B8C-48ED-AF10-1FACEE932E75}" dt="2026-01-17T21:17:20.268" v="922" actId="20577"/>
        <pc:sldMkLst>
          <pc:docMk/>
          <pc:sldMk cId="624106853" sldId="264"/>
        </pc:sldMkLst>
        <pc:spChg chg="mod">
          <ac:chgData name="Ramya Rajasekharan" userId="9bc6f64ddf44a94a" providerId="LiveId" clId="{7C2B3919-1B8C-48ED-AF10-1FACEE932E75}" dt="2026-01-17T21:17:20.268" v="922" actId="20577"/>
          <ac:spMkLst>
            <pc:docMk/>
            <pc:sldMk cId="624106853" sldId="264"/>
            <ac:spMk id="3" creationId="{85FA335B-AA69-83F4-735A-09824895681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3835E-AE48-416B-95F9-1CEEAE1D3D3D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97C280DA-1D9E-4238-B2AF-B26E8834A5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6076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3835E-AE48-416B-95F9-1CEEAE1D3D3D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280DA-1D9E-4238-B2AF-B26E8834A5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8953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8913835E-AE48-416B-95F9-1CEEAE1D3D3D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97C280DA-1D9E-4238-B2AF-B26E8834A5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678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3835E-AE48-416B-95F9-1CEEAE1D3D3D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280DA-1D9E-4238-B2AF-B26E8834A5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8634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3835E-AE48-416B-95F9-1CEEAE1D3D3D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280DA-1D9E-4238-B2AF-B26E8834A5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8918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3835E-AE48-416B-95F9-1CEEAE1D3D3D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280DA-1D9E-4238-B2AF-B26E8834A5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7135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3835E-AE48-416B-95F9-1CEEAE1D3D3D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280DA-1D9E-4238-B2AF-B26E8834A5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5226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3835E-AE48-416B-95F9-1CEEAE1D3D3D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280DA-1D9E-4238-B2AF-B26E8834A5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708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3835E-AE48-416B-95F9-1CEEAE1D3D3D}" type="datetimeFigureOut">
              <a:rPr lang="en-IN" smtClean="0"/>
              <a:t>26-04-2026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280DA-1D9E-4238-B2AF-B26E8834A5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5266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3835E-AE48-416B-95F9-1CEEAE1D3D3D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280DA-1D9E-4238-B2AF-B26E8834A5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498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3835E-AE48-416B-95F9-1CEEAE1D3D3D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280DA-1D9E-4238-B2AF-B26E8834A5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077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913835E-AE48-416B-95F9-1CEEAE1D3D3D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97C280DA-1D9E-4238-B2AF-B26E8834A5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5849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38A92-4A2C-1B4D-1EE4-6AFCED0FF2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Proposal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C8FB7F-6C27-6DB0-96B8-797BD11054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t>Confidential Client</a:t>
            </a:r>
          </a:p>
          <a:p>
            <a:r>
              <a:t>Financial Services | Data &amp; AI | India</a:t>
            </a:r>
          </a:p>
          <a:p>
            <a:r>
              <a:t>26-Apr-2026</a:t>
            </a:r>
          </a:p>
        </p:txBody>
      </p:sp>
    </p:spTree>
    <p:extLst>
      <p:ext uri="{BB962C8B-B14F-4D97-AF65-F5344CB8AC3E}">
        <p14:creationId xmlns:p14="http://schemas.microsoft.com/office/powerpoint/2010/main" val="4293480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61356-818A-90BE-7650-16E9A0641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7155"/>
            <a:ext cx="10515600" cy="581932"/>
          </a:xfrm>
        </p:spPr>
        <p:txBody>
          <a:bodyPr>
            <a:normAutofit fontScale="90000"/>
          </a:bodyPr>
          <a:lstStyle/>
          <a:p>
            <a:r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9E870-4844-0181-C008-C53FC2308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343" y="1121229"/>
            <a:ext cx="10733314" cy="4761818"/>
          </a:xfrm>
        </p:spPr>
        <p:txBody>
          <a:bodyPr wrap="square">
            <a:normAutofit/>
          </a:bodyPr>
          <a:lstStyle/>
          <a:p>
            <a:r>
              <a:rPr lang="en-US" sz="1400" dirty="0"/>
              <a:t>This proposal presents the design and implementation of a </a:t>
            </a:r>
          </a:p>
          <a:p>
            <a:r>
              <a:rPr lang="en-US" sz="1400" dirty="0"/>
              <a:t>The platform is designed to be:</a:t>
            </a:r>
          </a:p>
        </p:txBody>
      </p:sp>
    </p:spTree>
    <p:extLst>
      <p:ext uri="{BB962C8B-B14F-4D97-AF65-F5344CB8AC3E}">
        <p14:creationId xmlns:p14="http://schemas.microsoft.com/office/powerpoint/2010/main" val="66710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A06A7-0B9D-58A3-1F29-2FCEB98AD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F99DD-9E87-1FA0-27B2-805220CF5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7155"/>
            <a:ext cx="10515600" cy="581932"/>
          </a:xfrm>
        </p:spPr>
        <p:txBody>
          <a:bodyPr>
            <a:normAutofit fontScale="90000"/>
          </a:bodyPr>
          <a:lstStyle/>
          <a:p>
            <a: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5C0AC-DD4E-D273-AEE7-A0150176E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343" y="1034143"/>
            <a:ext cx="10733314" cy="4848904"/>
          </a:xfrm>
        </p:spPr>
        <p:txBody>
          <a:bodyPr wrap="square">
            <a:normAutofit/>
          </a:bodyPr>
          <a:lstStyle/>
          <a:p>
            <a:r>
              <a:rPr lang="en-US" sz="1400" dirty="0"/>
              <a:t>Current challenges include:</a:t>
            </a:r>
          </a:p>
        </p:txBody>
      </p:sp>
    </p:spTree>
    <p:extLst>
      <p:ext uri="{BB962C8B-B14F-4D97-AF65-F5344CB8AC3E}">
        <p14:creationId xmlns:p14="http://schemas.microsoft.com/office/powerpoint/2010/main" val="3993468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A3643-7F95-92A3-2454-D96032091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7632-CF81-0270-09BB-FB12AC7E7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7155"/>
            <a:ext cx="10515600" cy="581932"/>
          </a:xfrm>
        </p:spPr>
        <p:txBody>
          <a:bodyPr>
            <a:normAutofit fontScale="90000"/>
          </a:bodyPr>
          <a:lstStyle/>
          <a:p>
            <a:r>
              <a:t>Scope of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CCE9B-4E7A-F1AF-0D41-EE852C02A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343" y="1001485"/>
            <a:ext cx="10733314" cy="4953001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en-US" sz="1600" b="1" dirty="0"/>
              <a:t>In Scope</a:t>
            </a:r>
          </a:p>
          <a:p>
            <a:r>
              <a:rPr lang="en-US" sz="1600" b="1" dirty="0"/>
              <a:t>Functional Scope</a:t>
            </a:r>
          </a:p>
          <a:p>
            <a:r>
              <a:rPr lang="en-US" sz="1600" dirty="0"/>
              <a:t>The system will include:</a:t>
            </a:r>
          </a:p>
          <a:p>
            <a:r>
              <a:rPr lang="en-US" sz="1600" b="1" dirty="0"/>
              <a:t>Technical Scope</a:t>
            </a:r>
          </a:p>
          <a:p>
            <a:r>
              <a:rPr lang="en-US" sz="1600" dirty="0"/>
              <a:t>The implementation will cover:</a:t>
            </a:r>
          </a:p>
          <a:p>
            <a:pPr marL="0" indent="0" algn="l">
              <a:spcAft>
                <a:spcPts val="1000"/>
              </a:spcAft>
              <a:buNone/>
            </a:pP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4242521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06669-A2DA-F547-9D21-FF58C0527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59343-0C44-397A-3DF5-A35B191B8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7155"/>
            <a:ext cx="10515600" cy="581932"/>
          </a:xfrm>
        </p:spPr>
        <p:txBody>
          <a:bodyPr>
            <a:normAutofit fontScale="90000"/>
          </a:bodyPr>
          <a:lstStyle/>
          <a:p>
            <a:r>
              <a:t>Scope of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1CF41-4FBD-06B7-CC4E-86E61FF4A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343" y="1034143"/>
            <a:ext cx="10733314" cy="2623458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en-US" sz="1800" b="1" dirty="0"/>
              <a:t>Out of Scope</a:t>
            </a:r>
          </a:p>
          <a:p>
            <a:r>
              <a:rPr lang="en-US" sz="1800" dirty="0"/>
              <a:t>The following items are not included:</a:t>
            </a:r>
          </a:p>
        </p:txBody>
      </p:sp>
    </p:spTree>
    <p:extLst>
      <p:ext uri="{BB962C8B-B14F-4D97-AF65-F5344CB8AC3E}">
        <p14:creationId xmlns:p14="http://schemas.microsoft.com/office/powerpoint/2010/main" val="725812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5205B-3E9E-3D26-A17C-8C9C50CC6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FD6E8-C16A-6FA4-EC0B-B166878BA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857" y="180069"/>
            <a:ext cx="10515600" cy="1324266"/>
          </a:xfrm>
        </p:spPr>
        <p:txBody>
          <a:bodyPr>
            <a:normAutofit/>
          </a:bodyPr>
          <a:lstStyle/>
          <a:p>
            <a:r>
              <a:rPr dirty="0"/>
              <a:t>Proposed Solution – </a:t>
            </a:r>
            <a:r>
              <a:rPr lang="en-US" dirty="0"/>
              <a:t>Overview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471E5-117C-7284-DDE2-144D32168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343" y="1740310"/>
            <a:ext cx="10733314" cy="4442776"/>
          </a:xfrm>
        </p:spPr>
        <p:txBody>
          <a:bodyPr wrap="square">
            <a:normAutofit/>
          </a:bodyPr>
          <a:lstStyle/>
          <a:p>
            <a:r>
              <a:rPr lang="en-US" sz="1400" dirty="0"/>
              <a:t>The proposed solution is built on</a:t>
            </a:r>
          </a:p>
        </p:txBody>
      </p:sp>
    </p:spTree>
    <p:extLst>
      <p:ext uri="{BB962C8B-B14F-4D97-AF65-F5344CB8AC3E}">
        <p14:creationId xmlns:p14="http://schemas.microsoft.com/office/powerpoint/2010/main" val="4058061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55962-C023-F56D-ACF3-14DE8BDF2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80BE4-47E6-5908-8038-022287BC3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857" y="180068"/>
            <a:ext cx="10515600" cy="1570073"/>
          </a:xfrm>
        </p:spPr>
        <p:txBody>
          <a:bodyPr>
            <a:normAutofit fontScale="90000"/>
          </a:bodyPr>
          <a:lstStyle/>
          <a:p>
            <a:r>
              <a:rPr dirty="0"/>
              <a:t>Proposed Solution – High-Level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A335B-AA69-83F4-735A-098248956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343" y="1661652"/>
            <a:ext cx="10733314" cy="4597634"/>
          </a:xfrm>
        </p:spPr>
        <p:txBody>
          <a:bodyPr wrap="square">
            <a:normAutofit/>
          </a:bodyPr>
          <a:lstStyle/>
          <a:p>
            <a:r>
              <a:rPr lang="en-US" sz="1600" dirty="0"/>
              <a:t>The architecture follows a layered approach:</a:t>
            </a:r>
          </a:p>
        </p:txBody>
      </p:sp>
    </p:spTree>
    <p:extLst>
      <p:ext uri="{BB962C8B-B14F-4D97-AF65-F5344CB8AC3E}">
        <p14:creationId xmlns:p14="http://schemas.microsoft.com/office/powerpoint/2010/main" val="624106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5AA87-22C4-0A3F-1769-CEDD80650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DA01E-ACB8-7549-F49D-B27C06FD7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857" y="180068"/>
            <a:ext cx="10515600" cy="1570073"/>
          </a:xfrm>
        </p:spPr>
        <p:txBody>
          <a:bodyPr>
            <a:normAutofit/>
          </a:bodyPr>
          <a:lstStyle/>
          <a:p>
            <a:r>
              <a:rPr lang="en-US" dirty="0"/>
              <a:t>KEY Features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F5489-49C9-A2F7-9B44-257BA4FA1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343" y="1661652"/>
            <a:ext cx="10733314" cy="4597634"/>
          </a:xfrm>
        </p:spPr>
        <p:txBody>
          <a:bodyPr wrap="square">
            <a:normAutofit/>
          </a:bodyPr>
          <a:lstStyle/>
          <a:p>
            <a:r>
              <a:rPr lang="en-US" sz="1600" dirty="0"/>
              <a:t>The application will include:</a:t>
            </a:r>
          </a:p>
        </p:txBody>
      </p:sp>
    </p:spTree>
    <p:extLst>
      <p:ext uri="{BB962C8B-B14F-4D97-AF65-F5344CB8AC3E}">
        <p14:creationId xmlns:p14="http://schemas.microsoft.com/office/powerpoint/2010/main" val="99076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0EE81-5DA4-4FCF-ED4E-6D63E5A6E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60F32-D109-ABC0-E654-29887E8EF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857" y="180068"/>
            <a:ext cx="10515600" cy="1570073"/>
          </a:xfrm>
        </p:spPr>
        <p:txBody>
          <a:bodyPr>
            <a:normAutofit/>
          </a:bodyPr>
          <a:lstStyle/>
          <a:p>
            <a:r>
              <a:rPr lang="en-US" dirty="0"/>
              <a:t>Deliverables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3F34A-0746-9330-0830-91D8BD13C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343" y="1661652"/>
            <a:ext cx="10733314" cy="4597634"/>
          </a:xfrm>
        </p:spPr>
        <p:txBody>
          <a:bodyPr wrap="square">
            <a:normAutofit/>
          </a:bodyPr>
          <a:lstStyle/>
          <a:p>
            <a:r>
              <a:rPr lang="en-IN" sz="1600" dirty="0"/>
              <a:t>The project will deliver:</a:t>
            </a:r>
          </a:p>
          <a:p>
            <a:pPr lvl="1"/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420429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8CFB6-668F-6489-FADD-176719052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C9FA0-4E35-5CFD-46EC-3E7AD6A05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857" y="180068"/>
            <a:ext cx="10515600" cy="1570073"/>
          </a:xfrm>
        </p:spPr>
        <p:txBody>
          <a:bodyPr>
            <a:normAutofit/>
          </a:bodyPr>
          <a:lstStyle/>
          <a:p>
            <a:r>
              <a:rPr lang="en-US" dirty="0"/>
              <a:t>Project plan &amp; Timeline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4E587-8A05-D4D6-8768-114941D36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343" y="1661652"/>
            <a:ext cx="10733314" cy="4597634"/>
          </a:xfrm>
        </p:spPr>
        <p:txBody>
          <a:bodyPr wrap="square">
            <a:normAutofit/>
          </a:bodyPr>
          <a:lstStyle/>
          <a:p>
            <a:r>
              <a:rPr lang="en-US" sz="1600" dirty="0"/>
              <a:t>The project will follow a phased execution approach:</a:t>
            </a:r>
          </a:p>
        </p:txBody>
      </p:sp>
    </p:spTree>
    <p:extLst>
      <p:ext uri="{BB962C8B-B14F-4D97-AF65-F5344CB8AC3E}">
        <p14:creationId xmlns:p14="http://schemas.microsoft.com/office/powerpoint/2010/main" val="4274641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882BC-A456-F55A-728B-F93C6F57F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63F9B-4AC9-869A-4259-3DD654A94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857" y="180068"/>
            <a:ext cx="10515600" cy="1570073"/>
          </a:xfrm>
        </p:spPr>
        <p:txBody>
          <a:bodyPr>
            <a:normAutofit/>
          </a:bodyPr>
          <a:lstStyle/>
          <a:p>
            <a:r>
              <a:rPr lang="en-US" dirty="0"/>
              <a:t>assumptions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4EC2B-4E21-B041-15F2-0DF1FA7F96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343" y="1661652"/>
            <a:ext cx="10733314" cy="4597634"/>
          </a:xfrm>
        </p:spPr>
        <p:txBody>
          <a:bodyPr wrap="square">
            <a:normAutofit/>
          </a:bodyPr>
          <a:lstStyle/>
          <a:p>
            <a:r>
              <a:rPr lang="en-US" sz="1600" dirty="0"/>
              <a:t>The proposal is based on the following assumptions:</a:t>
            </a:r>
          </a:p>
        </p:txBody>
      </p:sp>
    </p:spTree>
    <p:extLst>
      <p:ext uri="{BB962C8B-B14F-4D97-AF65-F5344CB8AC3E}">
        <p14:creationId xmlns:p14="http://schemas.microsoft.com/office/powerpoint/2010/main" val="4143011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AB1C4-885D-DF8E-5428-232242DDC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7322A-79A0-73CC-BC2C-CA325661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857" y="180068"/>
            <a:ext cx="10515600" cy="1570073"/>
          </a:xfrm>
        </p:spPr>
        <p:txBody>
          <a:bodyPr>
            <a:normAutofit/>
          </a:bodyPr>
          <a:lstStyle/>
          <a:p>
            <a:r>
              <a:rPr lang="en-US" dirty="0"/>
              <a:t>dependencies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4574A-6E18-D4BB-B9DB-0D19B246E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343" y="1661652"/>
            <a:ext cx="10733314" cy="4597634"/>
          </a:xfrm>
        </p:spPr>
        <p:txBody>
          <a:bodyPr wrap="square">
            <a:normAutofit/>
          </a:bodyPr>
          <a:lstStyle/>
          <a:p>
            <a:r>
              <a:rPr lang="en-US" sz="1600" dirty="0"/>
              <a:t>The successful delivery of the project depends on:</a:t>
            </a:r>
          </a:p>
        </p:txBody>
      </p:sp>
    </p:spTree>
    <p:extLst>
      <p:ext uri="{BB962C8B-B14F-4D97-AF65-F5344CB8AC3E}">
        <p14:creationId xmlns:p14="http://schemas.microsoft.com/office/powerpoint/2010/main" val="23461696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11813-461E-E77D-5E11-4174A6DB0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965D3-7D32-1E57-B724-3F472EB14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857" y="180068"/>
            <a:ext cx="10515600" cy="1570073"/>
          </a:xfrm>
        </p:spPr>
        <p:txBody>
          <a:bodyPr>
            <a:normAutofit/>
          </a:bodyPr>
          <a:lstStyle/>
          <a:p>
            <a:r>
              <a:rPr lang="en-US" dirty="0"/>
              <a:t>Risk &amp; mitigation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D50F1-E090-E032-08DB-CEC7C9427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343" y="1661652"/>
            <a:ext cx="10733314" cy="4597634"/>
          </a:xfrm>
        </p:spPr>
        <p:txBody>
          <a:bodyPr wrap="square">
            <a:normAutofit/>
          </a:bodyPr>
          <a:lstStyle/>
          <a:p>
            <a:r>
              <a:rPr lang="en-IN" sz="1600" dirty="0"/>
              <a:t>Key risks and mitigation strategies:</a:t>
            </a:r>
          </a:p>
        </p:txBody>
      </p:sp>
    </p:spTree>
    <p:extLst>
      <p:ext uri="{BB962C8B-B14F-4D97-AF65-F5344CB8AC3E}">
        <p14:creationId xmlns:p14="http://schemas.microsoft.com/office/powerpoint/2010/main" val="29360995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B5A7A-1F95-7B4B-F5A8-2DE2A6F06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7C6F7-D6AB-EF51-755A-F21317506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857" y="180068"/>
            <a:ext cx="10515600" cy="1570073"/>
          </a:xfrm>
        </p:spPr>
        <p:txBody>
          <a:bodyPr>
            <a:normAutofit/>
          </a:bodyPr>
          <a:lstStyle/>
          <a:p>
            <a:r>
              <a:rPr lang="en-US" dirty="0"/>
              <a:t>Budget estimate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97277-79A8-D74B-DE32-36C5D281E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343" y="1661652"/>
            <a:ext cx="10733314" cy="4597634"/>
          </a:xfrm>
        </p:spPr>
        <p:txBody>
          <a:bodyPr wrap="square">
            <a:normAutofit/>
          </a:bodyPr>
          <a:lstStyle/>
          <a:p>
            <a:r>
              <a:rPr lang="en-US" sz="1600" dirty="0"/>
              <a:t>The estimated cost is </a:t>
            </a:r>
            <a:r>
              <a:rPr lang="en-US" sz="1600" dirty="0" err="1"/>
              <a:t>xxxxxxx</a:t>
            </a:r>
            <a:r>
              <a:rPr lang="en-US" sz="1600" dirty="0"/>
              <a:t> aligning with the RFP budget range of </a:t>
            </a:r>
            <a:r>
              <a:rPr lang="en-US" sz="1600" dirty="0" err="1"/>
              <a:t>xxxxx-xxxxx</a:t>
            </a:r>
            <a:r>
              <a:rPr lang="en-US" sz="1600" dirty="0"/>
              <a:t>.</a:t>
            </a:r>
          </a:p>
          <a:p>
            <a:r>
              <a:rPr lang="en-US" sz="1600" dirty="0"/>
              <a:t>This includes:</a:t>
            </a:r>
          </a:p>
        </p:txBody>
      </p:sp>
    </p:spTree>
    <p:extLst>
      <p:ext uri="{BB962C8B-B14F-4D97-AF65-F5344CB8AC3E}">
        <p14:creationId xmlns:p14="http://schemas.microsoft.com/office/powerpoint/2010/main" val="32707476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46</TotalTime>
  <Words>164</Words>
  <Application>Microsoft Office PowerPoint</Application>
  <PresentationFormat>Widescreen</PresentationFormat>
  <Paragraphs>37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Rockwell</vt:lpstr>
      <vt:lpstr>Rockwell Condensed</vt:lpstr>
      <vt:lpstr>Wingdings</vt:lpstr>
      <vt:lpstr>Wood Type</vt:lpstr>
      <vt:lpstr>Proposal</vt:lpstr>
      <vt:lpstr>Executive Summary</vt:lpstr>
      <vt:lpstr>Problem Statement</vt:lpstr>
      <vt:lpstr>Scope of Work</vt:lpstr>
      <vt:lpstr>Scope of Work</vt:lpstr>
      <vt:lpstr>Proposed Solution – Overview</vt:lpstr>
      <vt:lpstr>Proposed Solution – High-Level Architecture</vt:lpstr>
      <vt:lpstr>KEY Features</vt:lpstr>
      <vt:lpstr>Deliverables</vt:lpstr>
      <vt:lpstr>Project plan &amp; Timeline</vt:lpstr>
      <vt:lpstr>assumptions</vt:lpstr>
      <vt:lpstr>dependencies</vt:lpstr>
      <vt:lpstr>Risk &amp; mitigation</vt:lpstr>
      <vt:lpstr>Budget estimate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Ramya Rajasekharan</dc:creator>
  <cp:lastModifiedBy>Ramya Rajasekharan</cp:lastModifiedBy>
  <cp:revision>10</cp:revision>
  <dcterms:created xsi:type="dcterms:W3CDTF">2026-01-17T20:41:46Z</dcterms:created>
  <dcterms:modified xsi:type="dcterms:W3CDTF">2026-04-26T14:04:46Z</dcterms:modified>
</cp:coreProperties>
</file>